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947558" y="3075508"/>
            <a:ext cx="6406242" cy="562737"/>
          </a:xfrm>
        </p:spPr>
        <p:txBody>
          <a:bodyPr>
            <a:noAutofit/>
          </a:bodyPr>
          <a:lstStyle>
            <a:lvl1pPr marL="0" indent="0" algn="l">
              <a:buNone/>
              <a:defRPr sz="340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947558" y="2277694"/>
            <a:ext cx="6406242" cy="765159"/>
          </a:xfrm>
        </p:spPr>
        <p:txBody>
          <a:bodyPr anchor="b">
            <a:noAutofit/>
          </a:bodyPr>
          <a:lstStyle>
            <a:lvl1pPr algn="l">
              <a:defRPr sz="37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E531E82-64DB-449D-B90B-BF00E4CB7395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DE70D9F-83B0-43BD-B835-7C0078D855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47558" y="3742114"/>
            <a:ext cx="3424171" cy="4216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275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5185646" y="524281"/>
            <a:ext cx="1817268" cy="1055222"/>
            <a:chOff x="5185646" y="1293723"/>
            <a:chExt cx="1817268" cy="1055222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5499868" y="1293723"/>
              <a:ext cx="11888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5185646" y="1825725"/>
              <a:ext cx="1817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rgbClr val="616163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Content</a:t>
              </a:r>
              <a:endParaRPr lang="zh-CN" altLang="en-US" sz="2800" dirty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40659" y="1800480"/>
            <a:ext cx="3523827" cy="3887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800" b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endParaRPr lang="en-US" altLang="zh-CN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730595" y="1794631"/>
            <a:ext cx="3363685" cy="38790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3200" b="0" baseline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add text</a:t>
            </a:r>
            <a:endParaRPr lang="zh-CN" altLang="en-US" dirty="0"/>
          </a:p>
        </p:txBody>
      </p:sp>
      <p:sp>
        <p:nvSpPr>
          <p:cNvPr id="15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05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171951" y="2920456"/>
            <a:ext cx="6327320" cy="512754"/>
          </a:xfrm>
        </p:spPr>
        <p:txBody>
          <a:bodyPr anchor="b">
            <a:noAutofit/>
          </a:bodyPr>
          <a:lstStyle>
            <a:lvl1pPr algn="r"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4171951" y="3512989"/>
            <a:ext cx="6327320" cy="520168"/>
          </a:xfrm>
        </p:spPr>
        <p:txBody>
          <a:bodyPr>
            <a:noAutofit/>
          </a:bodyPr>
          <a:lstStyle>
            <a:lvl1pPr marL="0" indent="0" algn="r">
              <a:buNone/>
              <a:defRPr sz="320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6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1090856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8520" y="208314"/>
            <a:ext cx="8187896" cy="4143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608520" y="656093"/>
            <a:ext cx="8173261" cy="3216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505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538770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8520" y="208314"/>
            <a:ext cx="8187896" cy="4143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608520" y="656093"/>
            <a:ext cx="8173261" cy="3216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/>
          </p:nvPr>
        </p:nvSpPr>
        <p:spPr>
          <a:xfrm>
            <a:off x="6111249" y="1273628"/>
            <a:ext cx="538770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7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7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2915301"/>
            <a:ext cx="12192000" cy="10273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9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3F572-7296-44CA-B8CF-8C259B54199B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95F81-0E1E-4C52-979B-3B851EB8B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71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947558" y="2570302"/>
            <a:ext cx="6406242" cy="765159"/>
          </a:xfrm>
        </p:spPr>
        <p:txBody>
          <a:bodyPr/>
          <a:lstStyle/>
          <a:p>
            <a:r>
              <a:rPr lang="zh-CN" altLang="en-US" dirty="0" smtClean="0"/>
              <a:t>两种</a:t>
            </a:r>
            <a:r>
              <a:rPr lang="en-US" altLang="zh-CN" dirty="0" smtClean="0"/>
              <a:t>IPv4</a:t>
            </a:r>
            <a:r>
              <a:rPr lang="zh-CN" altLang="en-US" dirty="0" smtClean="0"/>
              <a:t>广播地</a:t>
            </a:r>
            <a:r>
              <a:rPr lang="zh-CN" altLang="en-US" dirty="0" smtClean="0"/>
              <a:t>址的区别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2018-12-25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530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08520" y="318042"/>
            <a:ext cx="8187896" cy="414317"/>
          </a:xfrm>
        </p:spPr>
        <p:txBody>
          <a:bodyPr/>
          <a:lstStyle/>
          <a:p>
            <a:r>
              <a:rPr lang="zh-CN" altLang="en-US" dirty="0" smtClean="0"/>
              <a:t>两种</a:t>
            </a:r>
            <a:r>
              <a:rPr lang="en-US" altLang="zh-CN" dirty="0" smtClean="0"/>
              <a:t>IPv4</a:t>
            </a:r>
            <a:r>
              <a:rPr lang="zh-CN" altLang="en-US" dirty="0" smtClean="0"/>
              <a:t>广播</a:t>
            </a:r>
            <a:r>
              <a:rPr lang="zh-CN" altLang="en-US" smtClean="0"/>
              <a:t>地</a:t>
            </a:r>
            <a:r>
              <a:rPr lang="zh-CN" altLang="en-US" smtClean="0"/>
              <a:t>址的区别</a:t>
            </a:r>
            <a:endParaRPr lang="zh-CN" altLang="en-US" dirty="0"/>
          </a:p>
        </p:txBody>
      </p:sp>
      <p:sp>
        <p:nvSpPr>
          <p:cNvPr id="7" name="内容占位符 1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5387705" cy="4792435"/>
          </a:xfrm>
        </p:spPr>
        <p:txBody>
          <a:bodyPr/>
          <a:lstStyle/>
          <a:p>
            <a:r>
              <a:rPr lang="en-US" altLang="zh-CN" sz="2000" b="1" dirty="0" smtClean="0"/>
              <a:t>255.255.255.255</a:t>
            </a:r>
          </a:p>
          <a:p>
            <a:r>
              <a:rPr lang="zh-CN" altLang="en-US" sz="1800" dirty="0" smtClean="0"/>
              <a:t>发给</a:t>
            </a:r>
            <a:r>
              <a:rPr lang="zh-CN" altLang="en-US" sz="1800" b="1" dirty="0">
                <a:solidFill>
                  <a:srgbClr val="FF0000"/>
                </a:solidFill>
              </a:rPr>
              <a:t>发送方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所在网段</a:t>
            </a:r>
            <a:r>
              <a:rPr lang="zh-CN" altLang="en-US" sz="1800" dirty="0" smtClean="0"/>
              <a:t>的所有节点</a:t>
            </a:r>
            <a:endParaRPr lang="en-US" altLang="zh-CN" sz="1800" dirty="0" smtClean="0"/>
          </a:p>
          <a:p>
            <a:r>
              <a:rPr lang="zh-CN" altLang="en-US" sz="1800" dirty="0"/>
              <a:t>路由</a:t>
            </a:r>
            <a:r>
              <a:rPr lang="zh-CN" altLang="en-US" sz="1800" dirty="0" smtClean="0"/>
              <a:t>器不转发</a:t>
            </a:r>
            <a:endParaRPr lang="zh-CN" altLang="en-US" sz="1800" dirty="0"/>
          </a:p>
        </p:txBody>
      </p:sp>
      <p:sp>
        <p:nvSpPr>
          <p:cNvPr id="11" name="内容占位符 1"/>
          <p:cNvSpPr>
            <a:spLocks noGrp="1"/>
          </p:cNvSpPr>
          <p:nvPr>
            <p:ph sz="half" idx="1"/>
          </p:nvPr>
        </p:nvSpPr>
        <p:spPr>
          <a:xfrm>
            <a:off x="6250368" y="1273628"/>
            <a:ext cx="5387705" cy="4792435"/>
          </a:xfrm>
        </p:spPr>
        <p:txBody>
          <a:bodyPr/>
          <a:lstStyle/>
          <a:p>
            <a:r>
              <a:rPr lang="en-US" altLang="zh-CN" sz="2000" b="1" dirty="0" smtClean="0"/>
              <a:t>192.168.1.255/24</a:t>
            </a:r>
          </a:p>
          <a:p>
            <a:r>
              <a:rPr lang="zh-CN" altLang="en-US" sz="1800" dirty="0"/>
              <a:t>发</a:t>
            </a:r>
            <a:r>
              <a:rPr lang="zh-CN" altLang="en-US" sz="1800" dirty="0" smtClean="0"/>
              <a:t>给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192.168.1.0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网段</a:t>
            </a:r>
            <a:r>
              <a:rPr lang="zh-CN" altLang="en-US" sz="1800" dirty="0" smtClean="0"/>
              <a:t>的所有节点</a:t>
            </a:r>
            <a:endParaRPr lang="en-US" altLang="zh-CN" sz="1800" dirty="0" smtClean="0"/>
          </a:p>
          <a:p>
            <a:r>
              <a:rPr lang="zh-CN" altLang="en-US" sz="1800" dirty="0"/>
              <a:t>路由</a:t>
            </a:r>
            <a:r>
              <a:rPr lang="zh-CN" altLang="en-US" sz="1800" dirty="0" smtClean="0"/>
              <a:t>器将报文转发至</a:t>
            </a:r>
            <a:r>
              <a:rPr lang="en-US" altLang="zh-CN" sz="1800" dirty="0" smtClean="0"/>
              <a:t>192.168.1.0</a:t>
            </a:r>
            <a:r>
              <a:rPr lang="zh-CN" altLang="en-US" sz="1800" dirty="0" smtClean="0"/>
              <a:t>网段</a:t>
            </a:r>
            <a:endParaRPr lang="zh-CN" alt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416" y="2508537"/>
            <a:ext cx="2880000" cy="355752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7744631" y="2923794"/>
            <a:ext cx="0" cy="69976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744631" y="3623564"/>
            <a:ext cx="75171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496344" y="3623563"/>
            <a:ext cx="0" cy="15389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711611" y="5162550"/>
            <a:ext cx="202044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711611" y="5162550"/>
            <a:ext cx="0" cy="464820"/>
          </a:xfrm>
          <a:prstGeom prst="line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724182" y="5162550"/>
            <a:ext cx="0" cy="464820"/>
          </a:xfrm>
          <a:prstGeom prst="line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732054" y="5162550"/>
            <a:ext cx="0" cy="464820"/>
          </a:xfrm>
          <a:prstGeom prst="line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44" y="2508537"/>
            <a:ext cx="2880000" cy="3557526"/>
          </a:xfrm>
          <a:prstGeom prst="rect">
            <a:avLst/>
          </a:prstGeom>
        </p:spPr>
      </p:pic>
      <p:cxnSp>
        <p:nvCxnSpPr>
          <p:cNvPr id="26" name="Straight Connector 25"/>
          <p:cNvCxnSpPr/>
          <p:nvPr/>
        </p:nvCxnSpPr>
        <p:spPr>
          <a:xfrm>
            <a:off x="1700784" y="2923794"/>
            <a:ext cx="0" cy="48387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700784" y="3407664"/>
            <a:ext cx="201696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701744" y="2923794"/>
            <a:ext cx="0" cy="48387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717744" y="2923794"/>
            <a:ext cx="0" cy="48387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57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THANK YOU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04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67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 Unicode MS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两种IPv4广播地址的区别</vt:lpstr>
      <vt:lpstr>两种IPv4广播地址的区别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泛 亚 展 稿 模 版</dc:title>
  <dc:creator>Shaoping Sun</dc:creator>
  <cp:lastModifiedBy>Yu Zhonghao 于钟皓(HE,PATAC)</cp:lastModifiedBy>
  <cp:revision>29</cp:revision>
  <dcterms:created xsi:type="dcterms:W3CDTF">2016-04-15T11:56:07Z</dcterms:created>
  <dcterms:modified xsi:type="dcterms:W3CDTF">2018-12-26T05:22:37Z</dcterms:modified>
</cp:coreProperties>
</file>